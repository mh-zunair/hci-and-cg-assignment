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HCI Focus</a:t>
            </a:r>
            <a:pPr indent="0" marL="0">
              <a:buNone/>
            </a:pPr>
            <a:r>
              <a:rPr lang="en-US" sz="2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Tinkercad Interaction Elements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7315200" cy="274320"/>
          </a:xfrm>
          <a:prstGeom prst="rect">
            <a:avLst/>
          </a:prstGeom>
          <a:solidFill>
            <a:srgbClr val="E8EAED"/>
          </a:solidFill>
          <a:ln/>
        </p:spPr>
      </p:sp>
      <p:sp>
        <p:nvSpPr>
          <p:cNvPr id="4" name="Shape 2"/>
          <p:cNvSpPr/>
          <p:nvPr/>
        </p:nvSpPr>
        <p:spPr>
          <a:xfrm>
            <a:off x="493776" y="955548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5" name="Shape 3"/>
          <p:cNvSpPr/>
          <p:nvPr/>
        </p:nvSpPr>
        <p:spPr>
          <a:xfrm>
            <a:off x="676656" y="95554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859536" y="955548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576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Tinkercad — Mighty Robo-Duup</a:t>
            </a:r>
            <a:endParaRPr lang="en-US" sz="1000" dirty="0"/>
          </a:p>
        </p:txBody>
      </p:sp>
      <p:pic>
        <p:nvPicPr>
          <p:cNvPr id="8" name="Image 0" descr="/home/claude/assignment/hci_n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43000"/>
            <a:ext cx="7315200" cy="362193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65760" y="868680"/>
            <a:ext cx="7315200" cy="3896255"/>
          </a:xfrm>
          <a:prstGeom prst="rect">
            <a:avLst/>
          </a:prstGeom>
          <a:ln w="12700">
            <a:solidFill>
              <a:srgbClr val="D9DEE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01551" y="2411391"/>
            <a:ext cx="292608" cy="292608"/>
          </a:xfrm>
          <a:prstGeom prst="ellipse">
            <a:avLst/>
          </a:prstGeom>
          <a:solidFill>
            <a:srgbClr val="1B8A8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801551" y="241139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05704" y="2787850"/>
            <a:ext cx="292608" cy="292608"/>
          </a:xfrm>
          <a:prstGeom prst="ellipse">
            <a:avLst/>
          </a:prstGeom>
          <a:solidFill>
            <a:srgbClr val="D977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405704" y="278785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792447" y="1412783"/>
            <a:ext cx="292608" cy="292608"/>
          </a:xfrm>
          <a:prstGeom prst="ellipse">
            <a:avLst/>
          </a:prstGeom>
          <a:solidFill>
            <a:srgbClr val="1F2A44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4792447" y="141278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818120" y="822960"/>
            <a:ext cx="3931920" cy="3987695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7" name="Shape 14"/>
          <p:cNvSpPr/>
          <p:nvPr/>
        </p:nvSpPr>
        <p:spPr>
          <a:xfrm>
            <a:off x="7955280" y="1234440"/>
            <a:ext cx="256032" cy="256032"/>
          </a:xfrm>
          <a:prstGeom prst="ellipse">
            <a:avLst/>
          </a:prstGeom>
          <a:solidFill>
            <a:srgbClr val="1B8A8A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955280" y="1234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8339328" y="1179576"/>
            <a:ext cx="34107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 Library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Drag-and-drop 3D primitives onto the workplane, lowering the skill barrier for beginners.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955280" y="2560320"/>
            <a:ext cx="256032" cy="256032"/>
          </a:xfrm>
          <a:prstGeom prst="ellipse">
            <a:avLst/>
          </a:prstGeom>
          <a:solidFill>
            <a:srgbClr val="D9772E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955280" y="2560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8339328" y="2505456"/>
            <a:ext cx="34107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Controls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/ zoom / orbit icons give direct camera manipulation to inspect the model from any angle.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955280" y="3886200"/>
            <a:ext cx="256032" cy="256032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955280" y="3886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8339328" y="3831336"/>
            <a:ext cx="34107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Toolbar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Icon-based quick actions (undo, align, mirror) give instant visual feedback on available edits.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365760" y="4947815"/>
            <a:ext cx="11430000" cy="132588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94360" y="5066687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 — HCI Change: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I'd add a hover tooltip on each shape icon in the sidebar (e.g. "Cylinder – click to add"), since new users may not know what an icon does until after they've already dragged it onto the workplane.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365760" y="65105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MUHAMMAD ZUNAIR  •  2k24/CSE/109  •  ASSIGNMENT: HCI VS COMPUTER GRAPHICS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1143000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 Focus</a:t>
            </a:r>
            <a:pPr indent="0" marL="0">
              <a:buNone/>
            </a:pPr>
            <a:r>
              <a:rPr lang="en-US" sz="2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Tinkercad Rendering Elements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7315200" cy="274320"/>
          </a:xfrm>
          <a:prstGeom prst="rect">
            <a:avLst/>
          </a:prstGeom>
          <a:solidFill>
            <a:srgbClr val="E8EAED"/>
          </a:solidFill>
          <a:ln/>
        </p:spPr>
      </p:sp>
      <p:sp>
        <p:nvSpPr>
          <p:cNvPr id="4" name="Shape 2"/>
          <p:cNvSpPr/>
          <p:nvPr/>
        </p:nvSpPr>
        <p:spPr>
          <a:xfrm>
            <a:off x="493776" y="955548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5" name="Shape 3"/>
          <p:cNvSpPr/>
          <p:nvPr/>
        </p:nvSpPr>
        <p:spPr>
          <a:xfrm>
            <a:off x="676656" y="95554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859536" y="955548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576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Tinkercad — Mighty Robo-Duup</a:t>
            </a:r>
            <a:endParaRPr lang="en-US" sz="1000" dirty="0"/>
          </a:p>
        </p:txBody>
      </p:sp>
      <p:pic>
        <p:nvPicPr>
          <p:cNvPr id="8" name="Image 0" descr="/home/claude/assignment/cg_n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43000"/>
            <a:ext cx="7315200" cy="3528881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65760" y="868680"/>
            <a:ext cx="7315200" cy="3803201"/>
          </a:xfrm>
          <a:prstGeom prst="rect">
            <a:avLst/>
          </a:prstGeom>
          <a:ln w="12700">
            <a:solidFill>
              <a:srgbClr val="D9DEE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399901" y="3064121"/>
            <a:ext cx="292608" cy="292608"/>
          </a:xfrm>
          <a:prstGeom prst="ellipse">
            <a:avLst/>
          </a:prstGeom>
          <a:solidFill>
            <a:srgbClr val="1B8A8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5399901" y="306412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114643" y="2862131"/>
            <a:ext cx="292608" cy="292608"/>
          </a:xfrm>
          <a:prstGeom prst="ellipse">
            <a:avLst/>
          </a:prstGeom>
          <a:solidFill>
            <a:srgbClr val="D9772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3114643" y="286213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946271" y="2909658"/>
            <a:ext cx="292608" cy="292608"/>
          </a:xfrm>
          <a:prstGeom prst="ellipse">
            <a:avLst/>
          </a:prstGeom>
          <a:solidFill>
            <a:srgbClr val="1F2A44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1946271" y="290965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955280" y="1234440"/>
            <a:ext cx="256032" cy="256032"/>
          </a:xfrm>
          <a:prstGeom prst="ellipse">
            <a:avLst/>
          </a:prstGeom>
          <a:solidFill>
            <a:srgbClr val="1B8A8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955280" y="1234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339328" y="1179576"/>
            <a:ext cx="34107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Geometry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Segments/Sides panel shows the cylinder is built from a defined polygon count — how curved surfaces are approximated with flat faces.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955280" y="2560320"/>
            <a:ext cx="256032" cy="256032"/>
          </a:xfrm>
          <a:prstGeom prst="ellipse">
            <a:avLst/>
          </a:prstGeom>
          <a:solidFill>
            <a:srgbClr val="D9772E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955280" y="2560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8339328" y="2505456"/>
            <a:ext cx="34107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Perspective Camera View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workplane converges toward a vanishing point, giving depth cues that make the flat screen read as 3D space.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955280" y="3886200"/>
            <a:ext cx="256032" cy="256032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955280" y="3886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8339328" y="3831336"/>
            <a:ext cx="34107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Shading &amp; Light Source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shading across the sphere/cylinder and a darker cube face reveal a single light source, creating the illusion of volume.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365760" y="4854761"/>
            <a:ext cx="11430000" cy="132588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94360" y="4973633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 — CG &amp; Interaction: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Tinkercad's simple, flat-shaded CG actually helps interaction — objects stay easy to read and never distract from precise placement. Photorealistic lighting could instead soften edges and make it harder to judge exact alignment.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365760" y="65105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MUHAMMAD ZUNAIR  •  2k24/CSE/109  •  ASSIGNMENT: HCI VS COMPUTER GRAPHICS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1143000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2026-09-10T21:37:19Z</dcterms:created>
  <dcterms:modified xsi:type="dcterms:W3CDTF">2026-09-10T21:37:19Z</dcterms:modified>
</cp:coreProperties>
</file>